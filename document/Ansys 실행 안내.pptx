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A486BA-08DB-4B09-85E1-03AC5BC8F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064C2A-4377-45D6-9599-A19BF7441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2A96BC-E892-4F72-BA5C-70715F54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85A9-6811-4F34-90D2-4447E5FDAB77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27C0CD-8DFD-4E16-8547-4A5021828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932564-1170-493D-A96A-E510DFA1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5570-C56D-4B94-8B12-402646B1F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88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F3B153-AFB5-4643-A43E-E301549C6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24F210-9148-4057-B59A-9D124397D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3F93B7-CBCC-40F8-8DA3-EB1DD2DFB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85A9-6811-4F34-90D2-4447E5FDAB77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6B936B-D837-4E49-B89C-3FEE4B08E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28B10-1271-4CB8-8EFE-83D1C83B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5570-C56D-4B94-8B12-402646B1F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420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40E0F-6724-466E-B6A7-49FA09015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FD8A69-960C-4042-AB56-FADF5ADE7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E1A1F7-74FC-4626-8871-2B4E58E85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85A9-6811-4F34-90D2-4447E5FDAB77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965F05-1357-4492-BF46-438268667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69B5D5-D00C-4085-9C3A-E2E86645B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5570-C56D-4B94-8B12-402646B1F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823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E8EE5B-7BEA-4B40-B4AD-A851037A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BF1C83-2D33-41C9-83C7-03F88C9CE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7C8388-6182-4D94-96A4-A4791E229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B68879-B7A1-448A-97FD-C8E1787F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85A9-6811-4F34-90D2-4447E5FDAB77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8BBDCD-AB6B-4383-93FE-7C18505BA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682FCC-9861-4C74-8DAC-005185A86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5570-C56D-4B94-8B12-402646B1F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092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10C44-F505-4A36-8E74-7797FB87F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598AA1-706B-40FC-A178-6106CB311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EE3B05-ACC7-49EF-AA83-3AACA3494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4488B0-5521-4EE8-B030-4888DC6EFE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6C3C6E-CDD9-47A4-8644-6B2857F0C9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ED527D-8177-48C9-950B-345B9EF3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85A9-6811-4F34-90D2-4447E5FDAB77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E0294DB-8782-42B3-AD0E-6442EC580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343C98-1E81-42D7-9EA5-960EE3F7F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5570-C56D-4B94-8B12-402646B1F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551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BC8F0-EB11-43B1-B898-E9EF3B833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C1343F2-5E2C-4C67-9D84-9B06AF2C3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85A9-6811-4F34-90D2-4447E5FDAB77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DC7737-8FB7-4951-A5EA-88409D976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AEC222-C5F8-4DCF-9647-1841E57DB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5570-C56D-4B94-8B12-402646B1F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204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9BCEBF3-ED4B-4A2E-B483-0B848A8A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85A9-6811-4F34-90D2-4447E5FDAB77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6E703A0-55FE-4B5A-B9BA-295D300B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703A35-1B65-4174-A2EF-29CA2878E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5570-C56D-4B94-8B12-402646B1F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56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8A28F-53E2-46B9-81EE-EC5FEE555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667636-8189-479F-BB99-E1E075E53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DFB479-71C6-46C9-97B4-23586F0A3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24A80C-EE82-42AC-B960-335337BC6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85A9-6811-4F34-90D2-4447E5FDAB77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4BE0A1-F98C-4247-A036-01248DBCE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9D2A37-CB1B-4346-9005-98B88E93D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5570-C56D-4B94-8B12-402646B1F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53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87A89-5A4F-4593-8746-93006DEE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061282-0B39-44B2-A68E-1AFD5AB641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523E68-A876-4D2B-952F-2D58EB8F1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F69970-A4D1-469B-90F6-EF8948D8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85A9-6811-4F34-90D2-4447E5FDAB77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C53D89-E77E-43EF-93F8-926E26B74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4EE8B1-09E3-4335-B5EA-5884C688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5570-C56D-4B94-8B12-402646B1F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155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C4E6C-ACDC-418E-9A9F-601734A21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0ABFE2-B852-432B-B464-56594D368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93FB58-1391-4FA8-B2AA-828D338A1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85A9-6811-4F34-90D2-4447E5FDAB77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02380-6797-44F6-A1A2-A8BF037E0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546B69-FC66-4450-827C-B5611390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5570-C56D-4B94-8B12-402646B1F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17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56AEFAF-A5E7-4559-B4A9-FEBAE3428A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1AE268-75A9-4EE7-9935-1373939A9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A00C76-6894-4FBD-8569-F3FF37AC5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985A9-6811-4F34-90D2-4447E5FDAB77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29DECB-4FB3-48D2-AD53-F9849AF5B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C32D16-3418-4919-AABC-394D762B3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85570-C56D-4B94-8B12-402646B1F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40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D74A71-1F35-422B-9EFA-DB6580B2B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BB27E9-1B69-42D7-BF41-9AB5FF7FC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74774F-187F-4BBD-9470-ECA1B1F1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985A9-6811-4F34-90D2-4447E5FDAB77}" type="datetimeFigureOut">
              <a:rPr lang="ko-KR" altLang="en-US" smtClean="0"/>
              <a:t>2020-03-23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09EE9D-18D2-40EF-9057-E2581DA56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F073E7-2982-4BAD-94DF-E6821DE78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85570-C56D-4B94-8B12-402646B1F7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37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2D1A57-407B-4D2E-87D2-0071377269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Ansys Mechanical CFD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실행 안내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5354C7-9877-40B6-BE99-615CC49FDD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pPr algn="r"/>
            <a:r>
              <a:rPr lang="en-US" altLang="ko-KR" b="1" dirty="0"/>
              <a:t>2020.03.23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26370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E4FA178-FAEB-4E37-95D9-DD3D304C1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2340000"/>
            <a:ext cx="10800000" cy="36410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B6DFBA-A02B-4368-A758-805C3C9B4DF8}"/>
              </a:ext>
            </a:extLst>
          </p:cNvPr>
          <p:cNvSpPr txBox="1"/>
          <p:nvPr/>
        </p:nvSpPr>
        <p:spPr>
          <a:xfrm>
            <a:off x="720000" y="180000"/>
            <a:ext cx="1044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리눅스 설계에서 </a:t>
            </a:r>
            <a:r>
              <a:rPr lang="en-US" altLang="ko-K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RNTier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Agent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를 사용한 프로그램 실행이 불가능하여 터미널을 사용한 프로그램 실행 안내 드립니다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7BB686-0503-4362-8E43-11C5724E9535}"/>
              </a:ext>
            </a:extLst>
          </p:cNvPr>
          <p:cNvSpPr/>
          <p:nvPr/>
        </p:nvSpPr>
        <p:spPr>
          <a:xfrm>
            <a:off x="2486025" y="4733925"/>
            <a:ext cx="360000" cy="36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53C7EC-B9AD-497D-AF1F-4D536263F19A}"/>
              </a:ext>
            </a:extLst>
          </p:cNvPr>
          <p:cNvSpPr txBox="1"/>
          <p:nvPr/>
        </p:nvSpPr>
        <p:spPr>
          <a:xfrm>
            <a:off x="2924175" y="6229350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리눅스 설계 시작</a:t>
            </a: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E817E0DA-F720-4B3F-867B-927AF8CDCD8B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rot="16200000" flipV="1">
            <a:off x="2718388" y="5041563"/>
            <a:ext cx="1135425" cy="1240150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71417BA-22DE-4770-B5A7-C585CD2BF896}"/>
              </a:ext>
            </a:extLst>
          </p:cNvPr>
          <p:cNvSpPr/>
          <p:nvPr/>
        </p:nvSpPr>
        <p:spPr>
          <a:xfrm>
            <a:off x="2371725" y="4170073"/>
            <a:ext cx="1260000" cy="360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98EE7A-1392-4E82-A1B7-F4BD21E06337}"/>
              </a:ext>
            </a:extLst>
          </p:cNvPr>
          <p:cNvSpPr txBox="1"/>
          <p:nvPr/>
        </p:nvSpPr>
        <p:spPr>
          <a:xfrm>
            <a:off x="1305849" y="996021"/>
            <a:ext cx="9360000" cy="13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71675" indent="-1971675"/>
            <a:r>
              <a:rPr lang="ko-KR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화면 해상도 확인 </a:t>
            </a:r>
            <a:r>
              <a:rPr lang="en-US" altLang="ko-KR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ko-KR" altLang="en-US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듀얼 모니터를 사용하는 상태에서 전체화면으로 해석 프로그램을 사용하는 경우 화면이 밀리거나 반응 시간이 걸리는 경우 있음</a:t>
            </a:r>
            <a:r>
              <a:rPr lang="en-US" altLang="ko-KR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br>
              <a:rPr lang="en-US" altLang="ko-KR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ko-KR" sz="5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ko-KR" altLang="en-US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사용자 모니터에 맞는 적당한 해상도 사용 추천</a:t>
            </a:r>
            <a:r>
              <a:rPr lang="en-US" altLang="ko-KR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br>
              <a:rPr lang="en-US" altLang="ko-KR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ko-KR" sz="5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ko-KR" altLang="en-US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전체 화면으로 실행한 경우 </a:t>
            </a:r>
            <a:r>
              <a:rPr lang="en-US" altLang="ko-KR" b="1" spc="-1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 + Enter</a:t>
            </a:r>
            <a:r>
              <a:rPr lang="ko-KR" altLang="en-US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를 입력하면 전체 화면 해제 가능</a:t>
            </a:r>
            <a:endParaRPr lang="en-US" altLang="ko-KR" b="1" spc="-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ED99AFF5-0238-4ACF-B059-BFE9203E5A79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rot="5400000">
            <a:off x="3572761" y="1756985"/>
            <a:ext cx="1842052" cy="2984124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334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E6D5D71-B951-40A3-9CC9-560E406EF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900000"/>
            <a:ext cx="9000000" cy="574698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BD9D60E-FCA5-4342-B30F-1B0AECEDDB8D}"/>
              </a:ext>
            </a:extLst>
          </p:cNvPr>
          <p:cNvSpPr/>
          <p:nvPr/>
        </p:nvSpPr>
        <p:spPr>
          <a:xfrm>
            <a:off x="2933700" y="1228725"/>
            <a:ext cx="360000" cy="36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EDAEE1-BCDC-485E-8694-7CE4E3280636}"/>
              </a:ext>
            </a:extLst>
          </p:cNvPr>
          <p:cNvSpPr txBox="1"/>
          <p:nvPr/>
        </p:nvSpPr>
        <p:spPr>
          <a:xfrm>
            <a:off x="5385709" y="324433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터미널 실행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EB8B38D2-3022-4D41-B384-607EC6434326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rot="16200000" flipV="1">
            <a:off x="3777046" y="925380"/>
            <a:ext cx="1655609" cy="2982300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C09DF8A-C7D4-4244-AC5C-E6A063E36161}"/>
              </a:ext>
            </a:extLst>
          </p:cNvPr>
          <p:cNvSpPr txBox="1"/>
          <p:nvPr/>
        </p:nvSpPr>
        <p:spPr>
          <a:xfrm>
            <a:off x="720000" y="180000"/>
            <a:ext cx="1044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터미널 실행</a:t>
            </a:r>
          </a:p>
        </p:txBody>
      </p:sp>
    </p:spTree>
    <p:extLst>
      <p:ext uri="{BB962C8B-B14F-4D97-AF65-F5344CB8AC3E}">
        <p14:creationId xmlns:p14="http://schemas.microsoft.com/office/powerpoint/2010/main" val="4003949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583D653-D633-4EE6-8C6A-3EB2B2D38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900000"/>
            <a:ext cx="9000000" cy="574698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EE27A0F-86A7-4228-AEAC-FB783DFCAEDA}"/>
              </a:ext>
            </a:extLst>
          </p:cNvPr>
          <p:cNvSpPr/>
          <p:nvPr/>
        </p:nvSpPr>
        <p:spPr>
          <a:xfrm>
            <a:off x="4905375" y="2266950"/>
            <a:ext cx="540000" cy="288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E31D5-CF0E-4135-8DA2-F02A512A1D10}"/>
              </a:ext>
            </a:extLst>
          </p:cNvPr>
          <p:cNvSpPr txBox="1"/>
          <p:nvPr/>
        </p:nvSpPr>
        <p:spPr>
          <a:xfrm>
            <a:off x="5385709" y="3244334"/>
            <a:ext cx="3282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“fluent“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입력하여 </a:t>
            </a:r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Fluent 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실행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388C1187-8F2E-447F-A7F7-32F50FF5BF1C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rot="16200000" flipV="1">
            <a:off x="5756524" y="1973801"/>
            <a:ext cx="689384" cy="185168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378F0B-E9A1-4B70-96F6-31D54637BE69}"/>
              </a:ext>
            </a:extLst>
          </p:cNvPr>
          <p:cNvSpPr txBox="1"/>
          <p:nvPr/>
        </p:nvSpPr>
        <p:spPr>
          <a:xfrm>
            <a:off x="720000" y="180000"/>
            <a:ext cx="1044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3-1. Fluent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실행</a:t>
            </a:r>
          </a:p>
        </p:txBody>
      </p:sp>
    </p:spTree>
    <p:extLst>
      <p:ext uri="{BB962C8B-B14F-4D97-AF65-F5344CB8AC3E}">
        <p14:creationId xmlns:p14="http://schemas.microsoft.com/office/powerpoint/2010/main" val="3791372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96BE7F9-F0E5-44F8-A53E-008C8B13A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900000"/>
            <a:ext cx="9000000" cy="574698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D673B13-B1C6-4468-BADE-28FBF04E459C}"/>
              </a:ext>
            </a:extLst>
          </p:cNvPr>
          <p:cNvSpPr/>
          <p:nvPr/>
        </p:nvSpPr>
        <p:spPr>
          <a:xfrm>
            <a:off x="4314824" y="2190750"/>
            <a:ext cx="3514725" cy="27241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F30F1F-0172-4C61-BFAF-6F09277EC9A5}"/>
              </a:ext>
            </a:extLst>
          </p:cNvPr>
          <p:cNvSpPr txBox="1"/>
          <p:nvPr/>
        </p:nvSpPr>
        <p:spPr>
          <a:xfrm>
            <a:off x="8252734" y="5863709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Fluent 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실행 확인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249E42F4-7C42-4C17-8820-27DAC4F0A37C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rot="16200000" flipV="1">
            <a:off x="7176652" y="3810436"/>
            <a:ext cx="948809" cy="315773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4F8F914-7B18-4253-A152-222E5ABEA161}"/>
              </a:ext>
            </a:extLst>
          </p:cNvPr>
          <p:cNvSpPr txBox="1"/>
          <p:nvPr/>
        </p:nvSpPr>
        <p:spPr>
          <a:xfrm>
            <a:off x="720000" y="180000"/>
            <a:ext cx="1044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3-2. Fluent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실행</a:t>
            </a:r>
          </a:p>
        </p:txBody>
      </p:sp>
    </p:spTree>
    <p:extLst>
      <p:ext uri="{BB962C8B-B14F-4D97-AF65-F5344CB8AC3E}">
        <p14:creationId xmlns:p14="http://schemas.microsoft.com/office/powerpoint/2010/main" val="2336305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5A37EF3-5A40-483B-B89F-B1A294E0F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900000"/>
            <a:ext cx="9000000" cy="574698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5E631B5-5CF6-4A7B-8654-515851A24DB4}"/>
              </a:ext>
            </a:extLst>
          </p:cNvPr>
          <p:cNvSpPr/>
          <p:nvPr/>
        </p:nvSpPr>
        <p:spPr>
          <a:xfrm>
            <a:off x="4905375" y="2266950"/>
            <a:ext cx="540000" cy="288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B5714-5005-43BD-AA96-EDB5EB8D35C4}"/>
              </a:ext>
            </a:extLst>
          </p:cNvPr>
          <p:cNvSpPr txBox="1"/>
          <p:nvPr/>
        </p:nvSpPr>
        <p:spPr>
          <a:xfrm>
            <a:off x="5385709" y="3244334"/>
            <a:ext cx="4041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“runwb2“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입력하여 </a:t>
            </a:r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Workbench 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실행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D70FA341-6346-4C38-8966-8EEE6FE5549D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rot="16200000" flipV="1">
            <a:off x="5946335" y="1783990"/>
            <a:ext cx="689384" cy="223130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A2A79A5-4655-4520-8919-A169286A3744}"/>
              </a:ext>
            </a:extLst>
          </p:cNvPr>
          <p:cNvSpPr txBox="1"/>
          <p:nvPr/>
        </p:nvSpPr>
        <p:spPr>
          <a:xfrm>
            <a:off x="720000" y="180000"/>
            <a:ext cx="1044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4-1. Workbench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실행</a:t>
            </a:r>
          </a:p>
        </p:txBody>
      </p:sp>
    </p:spTree>
    <p:extLst>
      <p:ext uri="{BB962C8B-B14F-4D97-AF65-F5344CB8AC3E}">
        <p14:creationId xmlns:p14="http://schemas.microsoft.com/office/powerpoint/2010/main" val="4292580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F5F5034-1C34-40B0-94C8-CD1D31D21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900000"/>
            <a:ext cx="9000000" cy="574698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5879D7C-BBF4-46F8-BDC9-916D4350640F}"/>
              </a:ext>
            </a:extLst>
          </p:cNvPr>
          <p:cNvSpPr/>
          <p:nvPr/>
        </p:nvSpPr>
        <p:spPr>
          <a:xfrm>
            <a:off x="2419350" y="1438275"/>
            <a:ext cx="8286750" cy="5105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60D292-1099-41FC-9427-4F8504DC84DF}"/>
              </a:ext>
            </a:extLst>
          </p:cNvPr>
          <p:cNvSpPr txBox="1"/>
          <p:nvPr/>
        </p:nvSpPr>
        <p:spPr>
          <a:xfrm>
            <a:off x="8640000" y="180000"/>
            <a:ext cx="2520000" cy="39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Workbench 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실행 확인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EA7F7B54-131C-4C09-A366-E0512582BFEE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rot="5400000">
            <a:off x="7800226" y="-661500"/>
            <a:ext cx="862275" cy="3337275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EECC921-998E-4290-80EA-83FDD4501032}"/>
              </a:ext>
            </a:extLst>
          </p:cNvPr>
          <p:cNvSpPr txBox="1"/>
          <p:nvPr/>
        </p:nvSpPr>
        <p:spPr>
          <a:xfrm>
            <a:off x="720000" y="149543"/>
            <a:ext cx="540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4-2. Workbench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실행</a:t>
            </a:r>
          </a:p>
        </p:txBody>
      </p:sp>
    </p:spTree>
    <p:extLst>
      <p:ext uri="{BB962C8B-B14F-4D97-AF65-F5344CB8AC3E}">
        <p14:creationId xmlns:p14="http://schemas.microsoft.com/office/powerpoint/2010/main" val="2083064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5C71A73-B0DB-4F42-9F15-0A320E92D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900000"/>
            <a:ext cx="9000000" cy="552971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F1D5F4E-6E16-48EB-AEF8-256C02FE64DA}"/>
              </a:ext>
            </a:extLst>
          </p:cNvPr>
          <p:cNvSpPr/>
          <p:nvPr/>
        </p:nvSpPr>
        <p:spPr>
          <a:xfrm>
            <a:off x="2419350" y="2228849"/>
            <a:ext cx="2905125" cy="35147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24A1AB-331F-491F-94B8-83F00489659A}"/>
              </a:ext>
            </a:extLst>
          </p:cNvPr>
          <p:cNvSpPr txBox="1"/>
          <p:nvPr/>
        </p:nvSpPr>
        <p:spPr>
          <a:xfrm>
            <a:off x="720000" y="180000"/>
            <a:ext cx="540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4-3. Workbench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B63EED-9A70-4196-9DFA-F79DEB31D82A}"/>
              </a:ext>
            </a:extLst>
          </p:cNvPr>
          <p:cNvSpPr txBox="1"/>
          <p:nvPr/>
        </p:nvSpPr>
        <p:spPr>
          <a:xfrm>
            <a:off x="8640000" y="180000"/>
            <a:ext cx="2520000" cy="39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Workbench 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실행 확인</a:t>
            </a: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033DD55F-D27D-4586-81E6-E693720F56B1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 rot="5400000">
            <a:off x="6059533" y="-1611619"/>
            <a:ext cx="1652849" cy="602808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744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9521D93-9B9D-4A3F-9C82-9CB607C2F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900000"/>
            <a:ext cx="9000000" cy="552971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854AA38-7398-4016-83C6-C04028A34D4D}"/>
              </a:ext>
            </a:extLst>
          </p:cNvPr>
          <p:cNvSpPr/>
          <p:nvPr/>
        </p:nvSpPr>
        <p:spPr>
          <a:xfrm>
            <a:off x="2419350" y="2228849"/>
            <a:ext cx="8505825" cy="43524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7E52EA-3BDA-4481-8C6F-1700D944CBF1}"/>
              </a:ext>
            </a:extLst>
          </p:cNvPr>
          <p:cNvSpPr txBox="1"/>
          <p:nvPr/>
        </p:nvSpPr>
        <p:spPr>
          <a:xfrm>
            <a:off x="720000" y="180000"/>
            <a:ext cx="540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4-4. Workbench 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13B10-E804-4CDF-8044-EEB5F881178E}"/>
              </a:ext>
            </a:extLst>
          </p:cNvPr>
          <p:cNvSpPr txBox="1"/>
          <p:nvPr/>
        </p:nvSpPr>
        <p:spPr>
          <a:xfrm>
            <a:off x="8640000" y="180000"/>
            <a:ext cx="2520000" cy="39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Workbench 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실행 확인</a:t>
            </a: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C0FE50D4-CE8B-4302-AF5A-CFC43682E81B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>
          <a:xfrm rot="5400000">
            <a:off x="7459708" y="-211444"/>
            <a:ext cx="1652849" cy="322773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416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126</Words>
  <Application>Microsoft Office PowerPoint</Application>
  <PresentationFormat>와이드스크린</PresentationFormat>
  <Paragraphs>19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Ansys Mechanical CFD 실행 안내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Geometry를 더블클릭하면 왼쪽 하단에 아래와 같이 나와야 함</dc:title>
  <dc:creator>현석 노</dc:creator>
  <cp:lastModifiedBy>TTA-SAC</cp:lastModifiedBy>
  <cp:revision>10</cp:revision>
  <dcterms:created xsi:type="dcterms:W3CDTF">2020-03-13T07:26:30Z</dcterms:created>
  <dcterms:modified xsi:type="dcterms:W3CDTF">2020-03-23T08:16:59Z</dcterms:modified>
</cp:coreProperties>
</file>